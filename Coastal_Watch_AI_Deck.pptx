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6012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0A97D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Coastal Watch AI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eye on California's protected waters.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108960" cy="384048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14  ·  LIFE BELOW WATER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Mindy Baker  ·  Anahy Diaz  ·  Antonio Lopez  ·  Francisco Rivas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MIS  ·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0" cy="292608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California's marine reserves are watched by too few eyes.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329184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14  ·  Life Below Water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0" cy="283464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73152" cy="2834640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11680"/>
            <a:ext cx="4617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Monterey Bay National Marine Sanctuary covers more than 6,000 square miles, patrolled by a small ranger team.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boats slip into no-take zones, fish, and leave before anyone arrives on the water.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enforcement gets there, the damage to fish stocks and habitat is already done.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B4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7607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miles of protected ocean off the Central California coast.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76072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Marine Reserves inside the sanctuary where commercial fishing is banned.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4572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NOAA / California Department of Fish and Wildlife.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Watch AI  ·  UN SDG 14  ·  Baker · Diaz · Lopez · Rivas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4882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0" cy="292608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that can look at a photo and tell you what's in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AI model — Google's Gemini 2.5 Flash.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97480" cy="292608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269748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KIND OF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that reads images.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millions of pictures and captions. It can look at a photo and write about what it sees, the way a person describes a scene out loud.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3260" y="1737360"/>
            <a:ext cx="2697480" cy="292608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3260" y="1737360"/>
            <a:ext cx="2697480" cy="2743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322326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IT CAN 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06140" y="214884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objects in a photo — boats, gear, people.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similar things apart — a swimmer, a kayak, a fishing boat.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clear score with a one-line reason.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1737360"/>
            <a:ext cx="2697480" cy="292608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737360"/>
            <a:ext cx="2697480" cy="274320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WE APPLY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detection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shore-camera photos, plus a </a:t>
            </a:r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poaching probability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a one-line reason — for example, "visible fishing line near restricted zone."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Watch AI  ·  UN SDG 14  ·  Baker · Diaz · Lopez · Rivas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82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0" cy="292608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Coastal Watch AI works.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patrols. Same equipment. New eyes that don't blink.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" y="1874520"/>
            <a:ext cx="2606040" cy="233172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4732" y="2148840"/>
            <a:ext cx="777240" cy="777240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2249424"/>
            <a:ext cx="576072" cy="5760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332" y="2039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9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70332" y="3063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shore-mounted camera takes a photo of the reserve every few minutes.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12948" y="3040380"/>
            <a:ext cx="182880" cy="0"/>
          </a:xfrm>
          <a:prstGeom prst="line">
            <a:avLst/>
          </a:prstGeom>
          <a:noFill/>
          <a:ln w="22225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68980" y="1874520"/>
            <a:ext cx="2606040" cy="233172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3380" y="2148840"/>
            <a:ext cx="777240" cy="777240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4" y="2249424"/>
            <a:ext cx="576072" cy="5760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68980" y="2039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9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268980" y="3063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97580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scans each photo for boats and visible fishing gear, scoring every frame.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11596" y="3040380"/>
            <a:ext cx="182880" cy="0"/>
          </a:xfrm>
          <a:prstGeom prst="line">
            <a:avLst/>
          </a:prstGeom>
          <a:noFill/>
          <a:ln w="22225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167628" y="1874520"/>
            <a:ext cx="2606040" cy="233172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82028" y="2148840"/>
            <a:ext cx="777240" cy="777240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2249424"/>
            <a:ext cx="576072" cy="5760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67628" y="2039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97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167628" y="3063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96228" y="3383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looks wrong, the nearest available ranger gets a push notification with the photo.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ranger reviews every alert before acting on it.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suggests. The human decides.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Watch AI  ·  UN SDG 14  ·  Baker · Diaz · Lopez · Rivas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858000" y="4882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0" cy="292608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go wrong — and who pays for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build means funding the safeguards, too.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74320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91440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9" name="Shape 7"/>
          <p:cNvSpPr/>
          <p:nvPr/>
        </p:nvSpPr>
        <p:spPr>
          <a:xfrm>
            <a:off x="1476756" y="2139696"/>
            <a:ext cx="658368" cy="658368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23113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alarms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33375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boats, kayakers, and rescue vessels can all look suspicious in a still photo. Every wrong call costs a ranger an hour of fuel and patrol time.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23260" y="1828800"/>
            <a:ext cx="2697480" cy="274320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23260" y="1828800"/>
            <a:ext cx="2697480" cy="91440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15" name="Shape 12"/>
          <p:cNvSpPr/>
          <p:nvPr/>
        </p:nvSpPr>
        <p:spPr>
          <a:xfrm>
            <a:off x="4242816" y="2139696"/>
            <a:ext cx="658368" cy="658368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223113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061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blur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497580" y="33375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boat fishing legally just outside the reserve looks identical to one inside it. The AI can flag the wrong target and erode trust with legal fishermen.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89320" y="1828800"/>
            <a:ext cx="2697480" cy="2743200"/>
          </a:xfrm>
          <a:prstGeom prst="rect">
            <a:avLst/>
          </a:prstGeom>
          <a:solidFill>
            <a:srgbClr val="F5FAF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89320" y="1828800"/>
            <a:ext cx="2697480" cy="91440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21" name="Shape 17"/>
          <p:cNvSpPr/>
          <p:nvPr/>
        </p:nvSpPr>
        <p:spPr>
          <a:xfrm>
            <a:off x="7008876" y="2139696"/>
            <a:ext cx="658368" cy="658368"/>
          </a:xfrm>
          <a:prstGeom prst="ellipse">
            <a:avLst/>
          </a:prstGeom>
          <a:solidFill>
            <a:srgbClr val="0A97D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2231136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spillover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263640" y="33375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pointed at the coast also captures hikers, divers, and tide-pool visitors who never agreed to be on video.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882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Watch AI  ·  UN SDG 14  ·  Baker · Diaz · Lopez · Rivas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858000" y="4882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97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A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the human review layer.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a recommendation, never an automated citation.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how the system stays honest — and how rangers can trust what it sends.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0" y="3337560"/>
            <a:ext cx="1828800" cy="0"/>
          </a:xfrm>
          <a:prstGeom prst="line">
            <a:avLst/>
          </a:prstGeom>
          <a:noFill/>
          <a:ln w="12700">
            <a:solidFill>
              <a:srgbClr val="0A9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Watch AI  ·  Mindy Baker · Anahy Diaz · Antonio Lopez · Francisco Rivas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SDG 14 · Life Below Water · Fundamentals of MIS ·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Coastal Watch AI — UN SDG 14 Pitch</dc:title>
  <dc:subject>PptxGenJS Presentation</dc:subject>
  <dc:creator>Coastal Watch AI Team</dc:creator>
  <cp:lastModifiedBy>Coastal Watch AI Team</cp:lastModifiedBy>
  <cp:revision>1</cp:revision>
  <dcterms:created xsi:type="dcterms:W3CDTF">2026-05-11T06:39:13Z</dcterms:created>
  <dcterms:modified xsi:type="dcterms:W3CDTF">2026-05-11T06:39:13Z</dcterms:modified>
</cp:coreProperties>
</file>